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274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420283"/>
            <a:ext cx="5181600" cy="98001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2590800"/>
            <a:ext cx="4267200" cy="11684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048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096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91444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2192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5240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8288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1337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4385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CB91F5-770C-4DCB-B373-F24CD8E2B9A8}" type="datetimeFigureOut">
              <a:rPr lang="fr-FR" smtClean="0"/>
              <a:t>09/12/2025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F4E36-4246-4DFD-A6E4-1476336D51D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029359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CB91F5-770C-4DCB-B373-F24CD8E2B9A8}" type="datetimeFigureOut">
              <a:rPr lang="fr-FR" smtClean="0"/>
              <a:t>09/12/2025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F4E36-4246-4DFD-A6E4-1476336D51D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227513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1542" y="2937934"/>
            <a:ext cx="5181600" cy="908050"/>
          </a:xfrm>
        </p:spPr>
        <p:txBody>
          <a:bodyPr anchor="t"/>
          <a:lstStyle>
            <a:lvl1pPr algn="l">
              <a:defRPr sz="2667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1542" y="1937809"/>
            <a:ext cx="5181600" cy="1000125"/>
          </a:xfrm>
        </p:spPr>
        <p:txBody>
          <a:bodyPr anchor="b"/>
          <a:lstStyle>
            <a:lvl1pPr marL="0" indent="0">
              <a:buNone/>
              <a:defRPr sz="1333">
                <a:solidFill>
                  <a:schemeClr val="tx1">
                    <a:tint val="75000"/>
                  </a:schemeClr>
                </a:solidFill>
              </a:defRPr>
            </a:lvl1pPr>
            <a:lvl2pPr marL="30481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2pPr>
            <a:lvl3pPr marL="609630" indent="0">
              <a:buNone/>
              <a:defRPr sz="1067">
                <a:solidFill>
                  <a:schemeClr val="tx1">
                    <a:tint val="75000"/>
                  </a:schemeClr>
                </a:solidFill>
              </a:defRPr>
            </a:lvl3pPr>
            <a:lvl4pPr marL="914446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4pPr>
            <a:lvl5pPr marL="1219261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5pPr>
            <a:lvl6pPr marL="1524076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6pPr>
            <a:lvl7pPr marL="1828891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7pPr>
            <a:lvl8pPr marL="2133707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8pPr>
            <a:lvl9pPr marL="2438522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CB91F5-770C-4DCB-B373-F24CD8E2B9A8}" type="datetimeFigureOut">
              <a:rPr lang="fr-FR" smtClean="0"/>
              <a:t>09/12/2025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F4E36-4246-4DFD-A6E4-1476336D51D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835978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1066800"/>
            <a:ext cx="2692400" cy="3017309"/>
          </a:xfrm>
        </p:spPr>
        <p:txBody>
          <a:bodyPr/>
          <a:lstStyle>
            <a:lvl1pPr>
              <a:defRPr sz="1867"/>
            </a:lvl1pPr>
            <a:lvl2pPr>
              <a:defRPr sz="1600"/>
            </a:lvl2pPr>
            <a:lvl3pPr>
              <a:defRPr sz="1333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98800" y="1066800"/>
            <a:ext cx="2692400" cy="3017309"/>
          </a:xfrm>
        </p:spPr>
        <p:txBody>
          <a:bodyPr/>
          <a:lstStyle>
            <a:lvl1pPr>
              <a:defRPr sz="1867"/>
            </a:lvl1pPr>
            <a:lvl2pPr>
              <a:defRPr sz="1600"/>
            </a:lvl2pPr>
            <a:lvl3pPr>
              <a:defRPr sz="1333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CB91F5-770C-4DCB-B373-F24CD8E2B9A8}" type="datetimeFigureOut">
              <a:rPr lang="fr-FR" smtClean="0"/>
              <a:t>09/12/2025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F4E36-4246-4DFD-A6E4-1476336D51D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407973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023409"/>
            <a:ext cx="2693459" cy="426508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4800" y="1449917"/>
            <a:ext cx="2693459" cy="2634192"/>
          </a:xfrm>
        </p:spPr>
        <p:txBody>
          <a:bodyPr/>
          <a:lstStyle>
            <a:lvl1pPr>
              <a:defRPr sz="1600"/>
            </a:lvl1pPr>
            <a:lvl2pPr>
              <a:defRPr sz="1333"/>
            </a:lvl2pPr>
            <a:lvl3pPr>
              <a:defRPr sz="1200"/>
            </a:lvl3pPr>
            <a:lvl4pPr>
              <a:defRPr sz="1067"/>
            </a:lvl4pPr>
            <a:lvl5pPr>
              <a:defRPr sz="1067"/>
            </a:lvl5pPr>
            <a:lvl6pPr>
              <a:defRPr sz="1067"/>
            </a:lvl6pPr>
            <a:lvl7pPr>
              <a:defRPr sz="1067"/>
            </a:lvl7pPr>
            <a:lvl8pPr>
              <a:defRPr sz="1067"/>
            </a:lvl8pPr>
            <a:lvl9pPr>
              <a:defRPr sz="10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96684" y="1023409"/>
            <a:ext cx="2694517" cy="426508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96684" y="1449917"/>
            <a:ext cx="2694517" cy="2634192"/>
          </a:xfrm>
        </p:spPr>
        <p:txBody>
          <a:bodyPr/>
          <a:lstStyle>
            <a:lvl1pPr>
              <a:defRPr sz="1600"/>
            </a:lvl1pPr>
            <a:lvl2pPr>
              <a:defRPr sz="1333"/>
            </a:lvl2pPr>
            <a:lvl3pPr>
              <a:defRPr sz="1200"/>
            </a:lvl3pPr>
            <a:lvl4pPr>
              <a:defRPr sz="1067"/>
            </a:lvl4pPr>
            <a:lvl5pPr>
              <a:defRPr sz="1067"/>
            </a:lvl5pPr>
            <a:lvl6pPr>
              <a:defRPr sz="1067"/>
            </a:lvl6pPr>
            <a:lvl7pPr>
              <a:defRPr sz="1067"/>
            </a:lvl7pPr>
            <a:lvl8pPr>
              <a:defRPr sz="1067"/>
            </a:lvl8pPr>
            <a:lvl9pPr>
              <a:defRPr sz="10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CB91F5-770C-4DCB-B373-F24CD8E2B9A8}" type="datetimeFigureOut">
              <a:rPr lang="fr-FR" smtClean="0"/>
              <a:t>09/12/2025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F4E36-4246-4DFD-A6E4-1476336D51D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207552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CB91F5-770C-4DCB-B373-F24CD8E2B9A8}" type="datetimeFigureOut">
              <a:rPr lang="fr-FR" smtClean="0"/>
              <a:t>09/12/2025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F4E36-4246-4DFD-A6E4-1476336D51D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881611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CB91F5-770C-4DCB-B373-F24CD8E2B9A8}" type="datetimeFigureOut">
              <a:rPr lang="fr-FR" smtClean="0"/>
              <a:t>09/12/2025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F4E36-4246-4DFD-A6E4-1476336D51D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401873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82033"/>
            <a:ext cx="2005542" cy="774700"/>
          </a:xfrm>
        </p:spPr>
        <p:txBody>
          <a:bodyPr anchor="b"/>
          <a:lstStyle>
            <a:lvl1pPr algn="l">
              <a:defRPr sz="13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83367" y="182034"/>
            <a:ext cx="3407833" cy="3902075"/>
          </a:xfrm>
        </p:spPr>
        <p:txBody>
          <a:bodyPr/>
          <a:lstStyle>
            <a:lvl1pPr>
              <a:defRPr sz="2133"/>
            </a:lvl1pPr>
            <a:lvl2pPr>
              <a:defRPr sz="1867"/>
            </a:lvl2pPr>
            <a:lvl3pPr>
              <a:defRPr sz="1600"/>
            </a:lvl3pPr>
            <a:lvl4pPr>
              <a:defRPr sz="1333"/>
            </a:lvl4pPr>
            <a:lvl5pPr>
              <a:defRPr sz="1333"/>
            </a:lvl5pPr>
            <a:lvl6pPr>
              <a:defRPr sz="1333"/>
            </a:lvl6pPr>
            <a:lvl7pPr>
              <a:defRPr sz="1333"/>
            </a:lvl7pPr>
            <a:lvl8pPr>
              <a:defRPr sz="1333"/>
            </a:lvl8pPr>
            <a:lvl9pPr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800" y="956734"/>
            <a:ext cx="2005542" cy="3127375"/>
          </a:xfrm>
        </p:spPr>
        <p:txBody>
          <a:bodyPr/>
          <a:lstStyle>
            <a:lvl1pPr marL="0" indent="0">
              <a:buNone/>
              <a:defRPr sz="933"/>
            </a:lvl1pPr>
            <a:lvl2pPr marL="304815" indent="0">
              <a:buNone/>
              <a:defRPr sz="800"/>
            </a:lvl2pPr>
            <a:lvl3pPr marL="609630" indent="0">
              <a:buNone/>
              <a:defRPr sz="667"/>
            </a:lvl3pPr>
            <a:lvl4pPr marL="914446" indent="0">
              <a:buNone/>
              <a:defRPr sz="600"/>
            </a:lvl4pPr>
            <a:lvl5pPr marL="1219261" indent="0">
              <a:buNone/>
              <a:defRPr sz="600"/>
            </a:lvl5pPr>
            <a:lvl6pPr marL="1524076" indent="0">
              <a:buNone/>
              <a:defRPr sz="600"/>
            </a:lvl6pPr>
            <a:lvl7pPr marL="1828891" indent="0">
              <a:buNone/>
              <a:defRPr sz="600"/>
            </a:lvl7pPr>
            <a:lvl8pPr marL="2133707" indent="0">
              <a:buNone/>
              <a:defRPr sz="600"/>
            </a:lvl8pPr>
            <a:lvl9pPr marL="2438522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CB91F5-770C-4DCB-B373-F24CD8E2B9A8}" type="datetimeFigureOut">
              <a:rPr lang="fr-FR" smtClean="0"/>
              <a:t>09/12/2025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F4E36-4246-4DFD-A6E4-1476336D51D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472083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4859" y="3200400"/>
            <a:ext cx="3657600" cy="377825"/>
          </a:xfrm>
        </p:spPr>
        <p:txBody>
          <a:bodyPr anchor="b"/>
          <a:lstStyle>
            <a:lvl1pPr algn="l">
              <a:defRPr sz="13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194859" y="408517"/>
            <a:ext cx="3657600" cy="2743200"/>
          </a:xfrm>
        </p:spPr>
        <p:txBody>
          <a:bodyPr/>
          <a:lstStyle>
            <a:lvl1pPr marL="0" indent="0">
              <a:buNone/>
              <a:defRPr sz="2133"/>
            </a:lvl1pPr>
            <a:lvl2pPr marL="304815" indent="0">
              <a:buNone/>
              <a:defRPr sz="1867"/>
            </a:lvl2pPr>
            <a:lvl3pPr marL="609630" indent="0">
              <a:buNone/>
              <a:defRPr sz="1600"/>
            </a:lvl3pPr>
            <a:lvl4pPr marL="914446" indent="0">
              <a:buNone/>
              <a:defRPr sz="1333"/>
            </a:lvl4pPr>
            <a:lvl5pPr marL="1219261" indent="0">
              <a:buNone/>
              <a:defRPr sz="1333"/>
            </a:lvl5pPr>
            <a:lvl6pPr marL="1524076" indent="0">
              <a:buNone/>
              <a:defRPr sz="1333"/>
            </a:lvl6pPr>
            <a:lvl7pPr marL="1828891" indent="0">
              <a:buNone/>
              <a:defRPr sz="1333"/>
            </a:lvl7pPr>
            <a:lvl8pPr marL="2133707" indent="0">
              <a:buNone/>
              <a:defRPr sz="1333"/>
            </a:lvl8pPr>
            <a:lvl9pPr marL="2438522" indent="0">
              <a:buNone/>
              <a:defRPr sz="1333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94859" y="3578225"/>
            <a:ext cx="3657600" cy="536575"/>
          </a:xfrm>
        </p:spPr>
        <p:txBody>
          <a:bodyPr/>
          <a:lstStyle>
            <a:lvl1pPr marL="0" indent="0">
              <a:buNone/>
              <a:defRPr sz="933"/>
            </a:lvl1pPr>
            <a:lvl2pPr marL="304815" indent="0">
              <a:buNone/>
              <a:defRPr sz="800"/>
            </a:lvl2pPr>
            <a:lvl3pPr marL="609630" indent="0">
              <a:buNone/>
              <a:defRPr sz="667"/>
            </a:lvl3pPr>
            <a:lvl4pPr marL="914446" indent="0">
              <a:buNone/>
              <a:defRPr sz="600"/>
            </a:lvl4pPr>
            <a:lvl5pPr marL="1219261" indent="0">
              <a:buNone/>
              <a:defRPr sz="600"/>
            </a:lvl5pPr>
            <a:lvl6pPr marL="1524076" indent="0">
              <a:buNone/>
              <a:defRPr sz="600"/>
            </a:lvl6pPr>
            <a:lvl7pPr marL="1828891" indent="0">
              <a:buNone/>
              <a:defRPr sz="600"/>
            </a:lvl7pPr>
            <a:lvl8pPr marL="2133707" indent="0">
              <a:buNone/>
              <a:defRPr sz="600"/>
            </a:lvl8pPr>
            <a:lvl9pPr marL="2438522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CB91F5-770C-4DCB-B373-F24CD8E2B9A8}" type="datetimeFigureOut">
              <a:rPr lang="fr-FR" smtClean="0"/>
              <a:t>09/12/2025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F4E36-4246-4DFD-A6E4-1476336D51D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992952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CB91F5-770C-4DCB-B373-F24CD8E2B9A8}" type="datetimeFigureOut">
              <a:rPr lang="fr-FR" smtClean="0"/>
              <a:t>09/12/2025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F4E36-4246-4DFD-A6E4-1476336D51D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418503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419600" y="183092"/>
            <a:ext cx="1371600" cy="39010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183092"/>
            <a:ext cx="4013200" cy="39010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CB91F5-770C-4DCB-B373-F24CD8E2B9A8}" type="datetimeFigureOut">
              <a:rPr lang="fr-FR" smtClean="0"/>
              <a:t>09/12/2025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F4E36-4246-4DFD-A6E4-1476336D51D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527112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20000"/>
                <a:lumOff val="80000"/>
              </a:schemeClr>
            </a:gs>
            <a:gs pos="33333">
              <a:srgbClr val="024590">
                <a:alpha val="25000"/>
              </a:srgbClr>
            </a:gs>
            <a:gs pos="66667">
              <a:srgbClr val="024590">
                <a:alpha val="100000"/>
              </a:srgbClr>
            </a:gs>
            <a:gs pos="100000">
              <a:srgbClr val="024590">
                <a:alpha val="100000"/>
              </a:srgbClr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066800"/>
            <a:ext cx="5486400" cy="30173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CB91F5-770C-4DCB-B373-F24CD8E2B9A8}" type="datetimeFigureOut">
              <a:rPr lang="fr-FR" smtClean="0"/>
              <a:t>09/12/2025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CF4E36-4246-4DFD-A6E4-1476336D51D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299859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609630" rtl="0" eaLnBrk="1" latinLnBrk="0" hangingPunct="1">
        <a:spcBef>
          <a:spcPct val="0"/>
        </a:spcBef>
        <a:buNone/>
        <a:defRPr sz="29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11" indent="-228611" algn="l" defTabSz="609630" rtl="0" eaLnBrk="1" latinLnBrk="0" hangingPunct="1">
        <a:spcBef>
          <a:spcPct val="20000"/>
        </a:spcBef>
        <a:buFont typeface="Arial" pitchFamily="34" charset="0"/>
        <a:buChar char="•"/>
        <a:defRPr sz="2133" kern="1200">
          <a:solidFill>
            <a:schemeClr val="tx1"/>
          </a:solidFill>
          <a:latin typeface="+mn-lt"/>
          <a:ea typeface="+mn-ea"/>
          <a:cs typeface="+mn-cs"/>
        </a:defRPr>
      </a:lvl1pPr>
      <a:lvl2pPr marL="495325" indent="-190510" algn="l" defTabSz="609630" rtl="0" eaLnBrk="1" latinLnBrk="0" hangingPunct="1">
        <a:spcBef>
          <a:spcPct val="20000"/>
        </a:spcBef>
        <a:buFont typeface="Arial" pitchFamily="34" charset="0"/>
        <a:buChar char="–"/>
        <a:defRPr sz="1867" kern="1200">
          <a:solidFill>
            <a:schemeClr val="tx1"/>
          </a:solidFill>
          <a:latin typeface="+mn-lt"/>
          <a:ea typeface="+mn-ea"/>
          <a:cs typeface="+mn-cs"/>
        </a:defRPr>
      </a:lvl2pPr>
      <a:lvl3pPr marL="762038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66853" indent="-152408" algn="l" defTabSz="609630" rtl="0" eaLnBrk="1" latinLnBrk="0" hangingPunct="1">
        <a:spcBef>
          <a:spcPct val="20000"/>
        </a:spcBef>
        <a:buFont typeface="Arial" pitchFamily="34" charset="0"/>
        <a:buChar char="–"/>
        <a:defRPr sz="1333" kern="1200">
          <a:solidFill>
            <a:schemeClr val="tx1"/>
          </a:solidFill>
          <a:latin typeface="+mn-lt"/>
          <a:ea typeface="+mn-ea"/>
          <a:cs typeface="+mn-cs"/>
        </a:defRPr>
      </a:lvl4pPr>
      <a:lvl5pPr marL="1371669" indent="-152408" algn="l" defTabSz="609630" rtl="0" eaLnBrk="1" latinLnBrk="0" hangingPunct="1">
        <a:spcBef>
          <a:spcPct val="20000"/>
        </a:spcBef>
        <a:buFont typeface="Arial" pitchFamily="34" charset="0"/>
        <a:buChar char="»"/>
        <a:defRPr sz="1333" kern="1200">
          <a:solidFill>
            <a:schemeClr val="tx1"/>
          </a:solidFill>
          <a:latin typeface="+mn-lt"/>
          <a:ea typeface="+mn-ea"/>
          <a:cs typeface="+mn-cs"/>
        </a:defRPr>
      </a:lvl5pPr>
      <a:lvl6pPr marL="1676484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6pPr>
      <a:lvl7pPr marL="1981299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7pPr>
      <a:lvl8pPr marL="2286114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8pPr>
      <a:lvl9pPr marL="2590930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304815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60963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4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1926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52407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9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133707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438522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sv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.xml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svg"/><Relationship Id="rId4" Type="http://schemas.openxmlformats.org/officeDocument/2006/relationships/image" Target="../media/image2.svg"/><Relationship Id="rId9" Type="http://schemas.openxmlformats.org/officeDocument/2006/relationships/image" Target="../media/image7.png"/><Relationship Id="rId14" Type="http://schemas.openxmlformats.org/officeDocument/2006/relationships/image" Target="../media/image1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20000"/>
                <a:lumOff val="80000"/>
              </a:schemeClr>
            </a:gs>
            <a:gs pos="33333">
              <a:srgbClr val="024590">
                <a:alpha val="25000"/>
              </a:srgbClr>
            </a:gs>
            <a:gs pos="66667">
              <a:srgbClr val="024590">
                <a:alpha val="100000"/>
              </a:srgbClr>
            </a:gs>
            <a:gs pos="100000">
              <a:srgbClr val="024590">
                <a:alpha val="100000"/>
              </a:srgbClr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0"/>
          <p:cNvSpPr/>
          <p:nvPr/>
        </p:nvSpPr>
        <p:spPr>
          <a:xfrm rot="775471">
            <a:off x="8778460" y="4184817"/>
            <a:ext cx="2912664" cy="2743200"/>
          </a:xfrm>
          <a:custGeom>
            <a:avLst/>
            <a:gdLst/>
            <a:ahLst/>
            <a:cxnLst/>
            <a:rect l="l" t="t" r="r" b="b"/>
            <a:pathLst>
              <a:path w="4368996" h="4114800">
                <a:moveTo>
                  <a:pt x="0" y="0"/>
                </a:moveTo>
                <a:lnTo>
                  <a:pt x="4368996" y="0"/>
                </a:lnTo>
                <a:lnTo>
                  <a:pt x="436899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rot="-1554135">
            <a:off x="9116363" y="5783478"/>
            <a:ext cx="1334103" cy="1280739"/>
          </a:xfrm>
          <a:custGeom>
            <a:avLst/>
            <a:gdLst/>
            <a:ahLst/>
            <a:cxnLst/>
            <a:rect l="l" t="t" r="r" b="b"/>
            <a:pathLst>
              <a:path w="2001154" h="1921108">
                <a:moveTo>
                  <a:pt x="0" y="0"/>
                </a:moveTo>
                <a:lnTo>
                  <a:pt x="2001154" y="0"/>
                </a:lnTo>
                <a:lnTo>
                  <a:pt x="2001154" y="1921108"/>
                </a:lnTo>
                <a:lnTo>
                  <a:pt x="0" y="192110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rot="7947584">
            <a:off x="191429" y="-392499"/>
            <a:ext cx="1944360" cy="2156045"/>
          </a:xfrm>
          <a:custGeom>
            <a:avLst/>
            <a:gdLst/>
            <a:ahLst/>
            <a:cxnLst/>
            <a:rect l="l" t="t" r="r" b="b"/>
            <a:pathLst>
              <a:path w="2916540" h="3234067">
                <a:moveTo>
                  <a:pt x="0" y="0"/>
                </a:moveTo>
                <a:lnTo>
                  <a:pt x="2916541" y="0"/>
                </a:lnTo>
                <a:lnTo>
                  <a:pt x="2916541" y="3234066"/>
                </a:lnTo>
                <a:lnTo>
                  <a:pt x="0" y="323406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-118069" y="346287"/>
            <a:ext cx="1994541" cy="1784207"/>
          </a:xfrm>
          <a:custGeom>
            <a:avLst/>
            <a:gdLst/>
            <a:ahLst/>
            <a:cxnLst/>
            <a:rect l="l" t="t" r="r" b="b"/>
            <a:pathLst>
              <a:path w="2991811" h="2676311">
                <a:moveTo>
                  <a:pt x="0" y="0"/>
                </a:moveTo>
                <a:lnTo>
                  <a:pt x="2991811" y="0"/>
                </a:lnTo>
                <a:lnTo>
                  <a:pt x="2991811" y="2676312"/>
                </a:lnTo>
                <a:lnTo>
                  <a:pt x="0" y="267631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763BFCEE-824B-4B3C-924E-88C202938DCA}"/>
              </a:ext>
            </a:extLst>
          </p:cNvPr>
          <p:cNvSpPr txBox="1"/>
          <p:nvPr/>
        </p:nvSpPr>
        <p:spPr>
          <a:xfrm>
            <a:off x="355601" y="2539762"/>
            <a:ext cx="10307591" cy="1631601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>
            <a:spAutoFit/>
          </a:bodyPr>
          <a:lstStyle/>
          <a:p>
            <a:pPr algn="ctr"/>
            <a:r>
              <a:rPr lang="fr-FR" sz="3334" b="1" cap="all" dirty="0">
                <a:solidFill>
                  <a:schemeClr val="accent6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alatino Linotype" panose="0204050205050503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Impact des modifications du milieu marin liées au changement climatique sur la mariculture en Méditerranée</a:t>
            </a:r>
            <a:endParaRPr lang="fr-FR" sz="3334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8" name="Sous-titre 2">
            <a:extLst>
              <a:ext uri="{FF2B5EF4-FFF2-40B4-BE49-F238E27FC236}">
                <a16:creationId xmlns:a16="http://schemas.microsoft.com/office/drawing/2014/main" id="{AE766A3E-9851-4A62-88A7-20ABA471383A}"/>
              </a:ext>
            </a:extLst>
          </p:cNvPr>
          <p:cNvSpPr txBox="1">
            <a:spLocks/>
          </p:cNvSpPr>
          <p:nvPr/>
        </p:nvSpPr>
        <p:spPr>
          <a:xfrm>
            <a:off x="4318000" y="5085184"/>
            <a:ext cx="2264296" cy="409600"/>
          </a:xfrm>
          <a:prstGeom prst="rect">
            <a:avLst/>
          </a:prstGeom>
          <a:noFill/>
          <a:ln>
            <a:noFill/>
          </a:ln>
          <a:effectLst>
            <a:glow rad="228600">
              <a:schemeClr val="accent2">
                <a:satMod val="175000"/>
                <a:alpha val="4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buClr>
                <a:srgbClr val="000000"/>
              </a:buClr>
              <a:buNone/>
            </a:pPr>
            <a:r>
              <a:rPr lang="fr-FR" sz="2400" b="1" dirty="0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alatino Linotype" panose="02040502050505030304" pitchFamily="18" charset="0"/>
                <a:sym typeface="Arial"/>
              </a:rPr>
              <a:t>Samar Krimi</a:t>
            </a:r>
          </a:p>
          <a:p>
            <a:endParaRPr lang="fr-FR" sz="2000" b="1" dirty="0">
              <a:latin typeface="Palatino Linotype" panose="02040502050505030304" pitchFamily="18" charset="0"/>
            </a:endParaRPr>
          </a:p>
        </p:txBody>
      </p:sp>
      <p:sp>
        <p:nvSpPr>
          <p:cNvPr id="19" name="Sous-titre 2">
            <a:extLst>
              <a:ext uri="{FF2B5EF4-FFF2-40B4-BE49-F238E27FC236}">
                <a16:creationId xmlns:a16="http://schemas.microsoft.com/office/drawing/2014/main" id="{8E018CF5-0940-4EFD-AF2B-F85E1F168C91}"/>
              </a:ext>
            </a:extLst>
          </p:cNvPr>
          <p:cNvSpPr txBox="1">
            <a:spLocks/>
          </p:cNvSpPr>
          <p:nvPr/>
        </p:nvSpPr>
        <p:spPr>
          <a:xfrm>
            <a:off x="2438400" y="5562600"/>
            <a:ext cx="6626696" cy="409600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2400" b="1" dirty="0">
                <a:solidFill>
                  <a:schemeClr val="accent6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alatino Linotype" panose="02040502050505030304" pitchFamily="18" charset="0"/>
              </a:rPr>
              <a:t>Master Intelligence Artificielle et Big Data </a:t>
            </a:r>
          </a:p>
          <a:p>
            <a:endParaRPr lang="fr-FR" sz="2000" b="1" dirty="0">
              <a:solidFill>
                <a:schemeClr val="tx1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20" name="Sous-titre 2">
            <a:extLst>
              <a:ext uri="{FF2B5EF4-FFF2-40B4-BE49-F238E27FC236}">
                <a16:creationId xmlns:a16="http://schemas.microsoft.com/office/drawing/2014/main" id="{575885B1-B43E-4C9B-839C-EBEADD782ABD}"/>
              </a:ext>
            </a:extLst>
          </p:cNvPr>
          <p:cNvSpPr txBox="1">
            <a:spLocks/>
          </p:cNvSpPr>
          <p:nvPr/>
        </p:nvSpPr>
        <p:spPr>
          <a:xfrm>
            <a:off x="4673600" y="6043736"/>
            <a:ext cx="1492188" cy="409600"/>
          </a:xfrm>
          <a:prstGeom prst="rect">
            <a:avLst/>
          </a:prstGeom>
          <a:noFill/>
          <a:ln>
            <a:noFill/>
          </a:ln>
          <a:effectLst>
            <a:glow rad="139700">
              <a:schemeClr val="accent2">
                <a:satMod val="175000"/>
                <a:alpha val="4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2000" b="1" dirty="0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alatino Linotype" panose="02040502050505030304" pitchFamily="18" charset="0"/>
              </a:rPr>
              <a:t>2024-2025</a:t>
            </a:r>
          </a:p>
          <a:p>
            <a:endParaRPr lang="fr-FR" sz="2000" b="1" dirty="0">
              <a:solidFill>
                <a:schemeClr val="tx1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22" name="Espace réservé du numéro de diapositive 20">
            <a:extLst>
              <a:ext uri="{FF2B5EF4-FFF2-40B4-BE49-F238E27FC236}">
                <a16:creationId xmlns:a16="http://schemas.microsoft.com/office/drawing/2014/main" id="{9806A09A-879D-4CEF-A632-5A4EBC78ED75}"/>
              </a:ext>
            </a:extLst>
          </p:cNvPr>
          <p:cNvSpPr txBox="1">
            <a:spLocks/>
          </p:cNvSpPr>
          <p:nvPr/>
        </p:nvSpPr>
        <p:spPr>
          <a:xfrm>
            <a:off x="4978400" y="6538556"/>
            <a:ext cx="1422400" cy="243417"/>
          </a:xfrm>
          <a:prstGeom prst="rect">
            <a:avLst/>
          </a:prstGeom>
        </p:spPr>
        <p:txBody>
          <a:bodyPr vert="horz" lIns="60960" tIns="30480" rIns="60960" bIns="3048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B6F15528-21DE-4FAA-801E-634DDDAF4B2B}" type="slidenum">
              <a:rPr lang="en-US" sz="1333" b="1">
                <a:solidFill>
                  <a:schemeClr val="accent2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alatino Linotype" panose="02040502050505030304" pitchFamily="18" charset="0"/>
              </a:rPr>
              <a:pPr algn="ctr"/>
              <a:t>1</a:t>
            </a:fld>
            <a:endParaRPr lang="en-US" sz="1333" b="1" dirty="0">
              <a:solidFill>
                <a:schemeClr val="accent2">
                  <a:lumMod val="20000"/>
                  <a:lumOff val="8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alatino Linotype" panose="02040502050505030304" pitchFamily="18" charset="0"/>
            </a:endParaRPr>
          </a:p>
        </p:txBody>
      </p:sp>
      <p:sp>
        <p:nvSpPr>
          <p:cNvPr id="14" name="Freeform 20">
            <a:extLst>
              <a:ext uri="{FF2B5EF4-FFF2-40B4-BE49-F238E27FC236}">
                <a16:creationId xmlns:a16="http://schemas.microsoft.com/office/drawing/2014/main" id="{646BE058-FABC-4534-B94D-A2C876A29E13}"/>
              </a:ext>
            </a:extLst>
          </p:cNvPr>
          <p:cNvSpPr/>
          <p:nvPr/>
        </p:nvSpPr>
        <p:spPr>
          <a:xfrm>
            <a:off x="10756070" y="91130"/>
            <a:ext cx="619531" cy="684973"/>
          </a:xfrm>
          <a:custGeom>
            <a:avLst/>
            <a:gdLst/>
            <a:ahLst/>
            <a:cxnLst/>
            <a:rect l="l" t="t" r="r" b="b"/>
            <a:pathLst>
              <a:path w="929297" h="1027460">
                <a:moveTo>
                  <a:pt x="0" y="0"/>
                </a:moveTo>
                <a:lnTo>
                  <a:pt x="929297" y="0"/>
                </a:lnTo>
                <a:lnTo>
                  <a:pt x="929297" y="1027460"/>
                </a:lnTo>
                <a:lnTo>
                  <a:pt x="0" y="102746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r="-294101" b="-66956"/>
            </a:stretch>
          </a:blipFill>
        </p:spPr>
      </p:sp>
      <p:sp>
        <p:nvSpPr>
          <p:cNvPr id="15" name="Freeform 17">
            <a:extLst>
              <a:ext uri="{FF2B5EF4-FFF2-40B4-BE49-F238E27FC236}">
                <a16:creationId xmlns:a16="http://schemas.microsoft.com/office/drawing/2014/main" id="{C2D286BE-0247-4763-913D-2F3EB863EC66}"/>
              </a:ext>
            </a:extLst>
          </p:cNvPr>
          <p:cNvSpPr/>
          <p:nvPr/>
        </p:nvSpPr>
        <p:spPr>
          <a:xfrm>
            <a:off x="508000" y="5156200"/>
            <a:ext cx="1290694" cy="1074796"/>
          </a:xfrm>
          <a:custGeom>
            <a:avLst/>
            <a:gdLst/>
            <a:ahLst/>
            <a:cxnLst/>
            <a:rect l="l" t="t" r="r" b="b"/>
            <a:pathLst>
              <a:path w="1936041" h="1612194">
                <a:moveTo>
                  <a:pt x="0" y="0"/>
                </a:moveTo>
                <a:lnTo>
                  <a:pt x="1936041" y="0"/>
                </a:lnTo>
                <a:lnTo>
                  <a:pt x="1936041" y="1612194"/>
                </a:lnTo>
                <a:lnTo>
                  <a:pt x="0" y="1612194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27C358E9-6E30-47DF-AF49-407C8F011E36}"/>
              </a:ext>
            </a:extLst>
          </p:cNvPr>
          <p:cNvSpPr txBox="1"/>
          <p:nvPr/>
        </p:nvSpPr>
        <p:spPr>
          <a:xfrm>
            <a:off x="3454400" y="120319"/>
            <a:ext cx="4114800" cy="66697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anchor="ctr"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fr-FR" altLang="fr-FR" sz="1867" b="1" dirty="0">
                <a:solidFill>
                  <a:schemeClr val="tx2">
                    <a:lumMod val="75000"/>
                  </a:schemeClr>
                </a:solidFill>
                <a:latin typeface="Palatino Linotype" panose="02040502050505030304" pitchFamily="18" charset="0"/>
                <a:cs typeface="Times New Roman" panose="02020603050405020304" pitchFamily="18" charset="0"/>
              </a:rPr>
              <a:t>UNIVERSITE PARIS DAUPHINE TUNIS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BAA4363A-D51D-4947-B2A8-53541875E344}"/>
              </a:ext>
            </a:extLst>
          </p:cNvPr>
          <p:cNvSpPr txBox="1"/>
          <p:nvPr/>
        </p:nvSpPr>
        <p:spPr>
          <a:xfrm>
            <a:off x="3454400" y="873579"/>
            <a:ext cx="4114800" cy="37965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anchor="ctr"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fr-FR" altLang="fr-FR" sz="1867" b="1" dirty="0">
                <a:solidFill>
                  <a:schemeClr val="tx2">
                    <a:lumMod val="75000"/>
                  </a:schemeClr>
                </a:solidFill>
                <a:latin typeface="Palatino Linotype" panose="02040502050505030304" pitchFamily="18" charset="0"/>
                <a:cs typeface="Times New Roman" panose="02020603050405020304" pitchFamily="18" charset="0"/>
              </a:rPr>
              <a:t>SEA GUST</a:t>
            </a:r>
          </a:p>
        </p:txBody>
      </p:sp>
      <p:sp>
        <p:nvSpPr>
          <p:cNvPr id="24" name="Freeform 29">
            <a:extLst>
              <a:ext uri="{FF2B5EF4-FFF2-40B4-BE49-F238E27FC236}">
                <a16:creationId xmlns:a16="http://schemas.microsoft.com/office/drawing/2014/main" id="{34A6C162-BD24-4EAD-808A-4004E28D5B64}"/>
              </a:ext>
            </a:extLst>
          </p:cNvPr>
          <p:cNvSpPr/>
          <p:nvPr/>
        </p:nvSpPr>
        <p:spPr>
          <a:xfrm>
            <a:off x="450862" y="1583108"/>
            <a:ext cx="1853535" cy="726307"/>
          </a:xfrm>
          <a:custGeom>
            <a:avLst/>
            <a:gdLst/>
            <a:ahLst/>
            <a:cxnLst/>
            <a:rect l="l" t="t" r="r" b="b"/>
            <a:pathLst>
              <a:path w="2780303" h="1089460">
                <a:moveTo>
                  <a:pt x="0" y="0"/>
                </a:moveTo>
                <a:lnTo>
                  <a:pt x="2780303" y="0"/>
                </a:lnTo>
                <a:lnTo>
                  <a:pt x="2780303" y="1089460"/>
                </a:lnTo>
                <a:lnTo>
                  <a:pt x="0" y="108946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t="-142930" r="-103234"/>
            </a:stretch>
          </a:blipFill>
        </p:spPr>
      </p:sp>
      <p:sp>
        <p:nvSpPr>
          <p:cNvPr id="25" name="Freeform 31">
            <a:extLst>
              <a:ext uri="{FF2B5EF4-FFF2-40B4-BE49-F238E27FC236}">
                <a16:creationId xmlns:a16="http://schemas.microsoft.com/office/drawing/2014/main" id="{FE1128BD-86E2-4A47-A20A-0D0305E330A8}"/>
              </a:ext>
            </a:extLst>
          </p:cNvPr>
          <p:cNvSpPr/>
          <p:nvPr/>
        </p:nvSpPr>
        <p:spPr>
          <a:xfrm>
            <a:off x="10414001" y="1447800"/>
            <a:ext cx="778527" cy="860764"/>
          </a:xfrm>
          <a:custGeom>
            <a:avLst/>
            <a:gdLst/>
            <a:ahLst/>
            <a:cxnLst/>
            <a:rect l="l" t="t" r="r" b="b"/>
            <a:pathLst>
              <a:path w="1167791" h="1291146">
                <a:moveTo>
                  <a:pt x="0" y="0"/>
                </a:moveTo>
                <a:lnTo>
                  <a:pt x="1167791" y="0"/>
                </a:lnTo>
                <a:lnTo>
                  <a:pt x="1167791" y="1291146"/>
                </a:lnTo>
                <a:lnTo>
                  <a:pt x="0" y="129114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r="-294101" b="-66956"/>
            </a:stretch>
          </a:blipFill>
        </p:spPr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</Words>
  <Application>Microsoft Office PowerPoint</Application>
  <PresentationFormat>Grand écran</PresentationFormat>
  <Paragraphs>7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Arial</vt:lpstr>
      <vt:lpstr>Calibri</vt:lpstr>
      <vt:lpstr>Palatino Linotype</vt:lpstr>
      <vt:lpstr>1_Office Theme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Samar Krimi</dc:creator>
  <cp:lastModifiedBy>Samar Krimi</cp:lastModifiedBy>
  <cp:revision>1</cp:revision>
  <dcterms:created xsi:type="dcterms:W3CDTF">2025-12-09T20:42:53Z</dcterms:created>
  <dcterms:modified xsi:type="dcterms:W3CDTF">2025-12-09T20:43:23Z</dcterms:modified>
</cp:coreProperties>
</file>